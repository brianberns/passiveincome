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F59E1-23D1-4A01-ADC8-15A63EA34D02}" v="12" dt="2026-08-11T20:16:47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1" autoAdjust="0"/>
    <p:restoredTop sz="94660"/>
  </p:normalViewPr>
  <p:slideViewPr>
    <p:cSldViewPr snapToGrid="0">
      <p:cViewPr varScale="1">
        <p:scale>
          <a:sx n="96" d="100"/>
          <a:sy n="96" d="100"/>
        </p:scale>
        <p:origin x="2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Berns" userId="a4477cd32c34070d" providerId="LiveId" clId="{20C905B5-4F13-4600-98A3-CA0C96A93E1A}"/>
    <pc:docChg chg="undo custSel modSld">
      <pc:chgData name="Brian Berns" userId="a4477cd32c34070d" providerId="LiveId" clId="{20C905B5-4F13-4600-98A3-CA0C96A93E1A}" dt="2026-08-14T01:01:06.513" v="315" actId="1076"/>
      <pc:docMkLst>
        <pc:docMk/>
      </pc:docMkLst>
      <pc:sldChg chg="addSp delSp modSp mod">
        <pc:chgData name="Brian Berns" userId="a4477cd32c34070d" providerId="LiveId" clId="{20C905B5-4F13-4600-98A3-CA0C96A93E1A}" dt="2026-08-14T01:01:06.513" v="315" actId="1076"/>
        <pc:sldMkLst>
          <pc:docMk/>
          <pc:sldMk cId="2996624295" sldId="256"/>
        </pc:sldMkLst>
        <pc:spChg chg="mod">
          <ac:chgData name="Brian Berns" userId="a4477cd32c34070d" providerId="LiveId" clId="{20C905B5-4F13-4600-98A3-CA0C96A93E1A}" dt="2026-08-11T20:22:19.523" v="273" actId="207"/>
          <ac:spMkLst>
            <pc:docMk/>
            <pc:sldMk cId="2996624295" sldId="256"/>
            <ac:spMk id="4" creationId="{AAB71178-D09B-F80A-2915-4C75E89562C0}"/>
          </ac:spMkLst>
        </pc:spChg>
        <pc:spChg chg="mod">
          <ac:chgData name="Brian Berns" userId="a4477cd32c34070d" providerId="LiveId" clId="{20C905B5-4F13-4600-98A3-CA0C96A93E1A}" dt="2026-08-11T20:17:23.881" v="253" actId="20577"/>
          <ac:spMkLst>
            <pc:docMk/>
            <pc:sldMk cId="2996624295" sldId="256"/>
            <ac:spMk id="5" creationId="{432F974C-42E8-BDD1-5A0D-4C0E4A76A99B}"/>
          </ac:spMkLst>
        </pc:spChg>
        <pc:spChg chg="add mod">
          <ac:chgData name="Brian Berns" userId="a4477cd32c34070d" providerId="LiveId" clId="{20C905B5-4F13-4600-98A3-CA0C96A93E1A}" dt="2026-08-11T20:21:41.238" v="271" actId="207"/>
          <ac:spMkLst>
            <pc:docMk/>
            <pc:sldMk cId="2996624295" sldId="256"/>
            <ac:spMk id="6" creationId="{CBB810A3-23B0-030C-9D64-11ADA0C2D589}"/>
          </ac:spMkLst>
        </pc:spChg>
        <pc:spChg chg="add mod">
          <ac:chgData name="Brian Berns" userId="a4477cd32c34070d" providerId="LiveId" clId="{20C905B5-4F13-4600-98A3-CA0C96A93E1A}" dt="2026-08-11T20:18:40.890" v="257" actId="692"/>
          <ac:spMkLst>
            <pc:docMk/>
            <pc:sldMk cId="2996624295" sldId="256"/>
            <ac:spMk id="13" creationId="{6AFAD260-4BB9-FF0F-F5BD-211D07A721D0}"/>
          </ac:spMkLst>
        </pc:spChg>
        <pc:spChg chg="add mod">
          <ac:chgData name="Brian Berns" userId="a4477cd32c34070d" providerId="LiveId" clId="{20C905B5-4F13-4600-98A3-CA0C96A93E1A}" dt="2026-08-11T20:21:54.593" v="272" actId="207"/>
          <ac:spMkLst>
            <pc:docMk/>
            <pc:sldMk cId="2996624295" sldId="256"/>
            <ac:spMk id="21" creationId="{8001BE72-A2FC-0AE3-048C-F39FA7D5133F}"/>
          </ac:spMkLst>
        </pc:spChg>
        <pc:spChg chg="add mod">
          <ac:chgData name="Brian Berns" userId="a4477cd32c34070d" providerId="LiveId" clId="{20C905B5-4F13-4600-98A3-CA0C96A93E1A}" dt="2026-08-11T20:19:05.188" v="268" actId="14100"/>
          <ac:spMkLst>
            <pc:docMk/>
            <pc:sldMk cId="2996624295" sldId="256"/>
            <ac:spMk id="24" creationId="{951DE643-10F9-FCB2-B59B-ABE8F85F7036}"/>
          </ac:spMkLst>
        </pc:spChg>
        <pc:spChg chg="add mod">
          <ac:chgData name="Brian Berns" userId="a4477cd32c34070d" providerId="LiveId" clId="{20C905B5-4F13-4600-98A3-CA0C96A93E1A}" dt="2026-08-11T20:19:07.873" v="269" actId="14100"/>
          <ac:spMkLst>
            <pc:docMk/>
            <pc:sldMk cId="2996624295" sldId="256"/>
            <ac:spMk id="25" creationId="{6DF598AF-9500-593C-1C0B-12B62B09A1EB}"/>
          </ac:spMkLst>
        </pc:spChg>
        <pc:spChg chg="add mod">
          <ac:chgData name="Brian Berns" userId="a4477cd32c34070d" providerId="LiveId" clId="{20C905B5-4F13-4600-98A3-CA0C96A93E1A}" dt="2026-08-14T01:01:06.513" v="315" actId="1076"/>
          <ac:spMkLst>
            <pc:docMk/>
            <pc:sldMk cId="2996624295" sldId="256"/>
            <ac:spMk id="30" creationId="{06A06C87-635A-7461-CDD6-AE94F7AD96FB}"/>
          </ac:spMkLst>
        </pc:spChg>
        <pc:spChg chg="add mod">
          <ac:chgData name="Brian Berns" userId="a4477cd32c34070d" providerId="LiveId" clId="{20C905B5-4F13-4600-98A3-CA0C96A93E1A}" dt="2026-08-11T20:16:51.047" v="242" actId="20577"/>
          <ac:spMkLst>
            <pc:docMk/>
            <pc:sldMk cId="2996624295" sldId="256"/>
            <ac:spMk id="36" creationId="{D35CF805-6550-0338-98DF-83A29FB042E6}"/>
          </ac:spMkLst>
        </pc:spChg>
        <pc:spChg chg="add mod">
          <ac:chgData name="Brian Berns" userId="a4477cd32c34070d" providerId="LiveId" clId="{20C905B5-4F13-4600-98A3-CA0C96A93E1A}" dt="2026-08-11T20:17:15.027" v="249" actId="20577"/>
          <ac:spMkLst>
            <pc:docMk/>
            <pc:sldMk cId="2996624295" sldId="256"/>
            <ac:spMk id="39" creationId="{A5611626-D760-564C-B38C-AE92570B84EE}"/>
          </ac:spMkLst>
        </pc:spChg>
        <pc:cxnChg chg="add mod">
          <ac:chgData name="Brian Berns" userId="a4477cd32c34070d" providerId="LiveId" clId="{20C905B5-4F13-4600-98A3-CA0C96A93E1A}" dt="2026-08-11T20:14:17.854" v="175" actId="1076"/>
          <ac:cxnSpMkLst>
            <pc:docMk/>
            <pc:sldMk cId="2996624295" sldId="256"/>
            <ac:cxnSpMk id="9" creationId="{7CCC40B6-B041-F64D-2A81-36F5C1113960}"/>
          </ac:cxnSpMkLst>
        </pc:cxnChg>
        <pc:cxnChg chg="add mod">
          <ac:chgData name="Brian Berns" userId="a4477cd32c34070d" providerId="LiveId" clId="{20C905B5-4F13-4600-98A3-CA0C96A93E1A}" dt="2026-08-11T20:14:31.512" v="178" actId="14100"/>
          <ac:cxnSpMkLst>
            <pc:docMk/>
            <pc:sldMk cId="2996624295" sldId="256"/>
            <ac:cxnSpMk id="10" creationId="{D538A202-6D93-C0B7-C3AF-2EEC5021A0A8}"/>
          </ac:cxnSpMkLst>
        </pc:cxnChg>
        <pc:cxnChg chg="add mod">
          <ac:chgData name="Brian Berns" userId="a4477cd32c34070d" providerId="LiveId" clId="{20C905B5-4F13-4600-98A3-CA0C96A93E1A}" dt="2026-08-11T20:13:55.380" v="172" actId="14100"/>
          <ac:cxnSpMkLst>
            <pc:docMk/>
            <pc:sldMk cId="2996624295" sldId="256"/>
            <ac:cxnSpMk id="15" creationId="{DDD557EC-0515-1587-8618-8D014849C1FD}"/>
          </ac:cxnSpMkLst>
        </pc:cxnChg>
        <pc:cxnChg chg="add mod">
          <ac:chgData name="Brian Berns" userId="a4477cd32c34070d" providerId="LiveId" clId="{20C905B5-4F13-4600-98A3-CA0C96A93E1A}" dt="2026-08-11T20:14:33.748" v="179" actId="14100"/>
          <ac:cxnSpMkLst>
            <pc:docMk/>
            <pc:sldMk cId="2996624295" sldId="256"/>
            <ac:cxnSpMk id="19" creationId="{6F9D61D1-189A-C55A-CC36-E1FAC26186B2}"/>
          </ac:cxnSpMkLst>
        </pc:cxnChg>
        <pc:cxnChg chg="add mod">
          <ac:chgData name="Brian Berns" userId="a4477cd32c34070d" providerId="LiveId" clId="{20C905B5-4F13-4600-98A3-CA0C96A93E1A}" dt="2026-08-14T01:00:51.449" v="313" actId="692"/>
          <ac:cxnSpMkLst>
            <pc:docMk/>
            <pc:sldMk cId="2996624295" sldId="256"/>
            <ac:cxnSpMk id="28" creationId="{A019C098-8892-33AB-E3CC-278417F447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FBA8-B8CA-11EE-6A0E-62CC9F0A0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E9AA-969C-0D34-9E65-1F210909F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D6626-BE46-44AD-C1E6-0C04EF73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09F9A-A371-0B6E-2D5D-4DAEC3F5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5C4A3-6A97-7C7E-7978-17103E57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7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C616-C0EE-41F1-79C8-38E2E59B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851AD-A057-842D-0800-1C73594D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9A8E4-D00B-2B13-93B7-A3DF4E78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3A2C-DEDB-F034-51C9-9CF987DA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8B5AE-37D0-0AD5-4BCC-40ECF57B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3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1A5D-C485-D8CD-8E99-D61F2DE7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BDBA7-CF25-372F-BA52-172AA82A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F0D04-E02A-F840-E6CA-8B0D60D5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E902A-2DFD-B969-DE36-FA30A863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063E7-A4B1-9D69-F9CB-E59F7708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6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61EB-26E2-53C4-F5CE-F75231D9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0D7C-6315-7608-FC0A-305921B15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BFC6F-66BE-40F8-27C9-0710E0FD1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CEA6A-6561-518E-0665-7B91C8E4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D2AE7-ADCF-6592-B7A7-5DE29D7D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9FC5C-815D-CFB7-DD44-A6957848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6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47FA-0C91-C163-B9B3-9D0395109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92A21-DDAF-E15B-DBA8-068F125D0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04AA6-2B2E-5006-96FA-54C181A9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FF816-820C-22C3-17EF-BCDC53642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321CB-7612-6DD0-E9AB-C1AB6349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53C39-D6C2-3284-0800-900BA0BA1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A4F75-842C-F36F-FFC2-9E086D92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A6E59B-34B7-EA1D-0C8B-4810CB63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7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22E9-5BE0-4A02-B2DD-9BAFA54E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6826A-EA63-FAB0-21DE-36EBB263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90452-A146-4D1E-683E-DBA4AA7D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51CE7-0B63-1406-8DD0-30161FA7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2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5F8E6-4949-3E41-64FE-92825228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5C9A-BC90-82E8-0254-70700449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10CF5-1FBD-970E-2CCC-AA3E37F5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0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9AF6-5436-BAE5-F26E-4CBB274C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6697-B82F-2118-CB0F-BE94B2089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C1FEE-1315-C8FF-9125-FACBAC8B2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2201-19D8-F652-9D6E-D3DAD665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BC4DD-1D55-2172-E157-FE450297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6896A-3D7D-6B78-918E-F0D6DF1B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9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322E0-9B81-3C5E-BEEA-69AF81FD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7FA97-1448-9FBC-D783-98EE7A361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05B41-2203-6773-B07D-02B5D732C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0EA17-0306-C420-8879-568CC23B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D2AB0-D443-FB3C-2A6E-0F9158A9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65B2B-56E2-8BB4-CBD0-A229893F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4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2ACB-0766-DBF1-398F-128BED95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8C8B1-DD58-7F3D-6A1B-7E00FF051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E72A4-1C65-3190-74E1-43CDE9C9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287AC-F6D8-5759-04FD-FAE8C594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F629B-6021-673B-BE83-B8BF7E2A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2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D15BE-8E97-DA2A-1C4A-73E435643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88A4B-7588-35D4-C6E0-462230329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3E5B-0993-8091-50BB-B8F55E6F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B042B-2164-99C9-9BCF-3E11F404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6AE0C-A0C3-6006-BE5E-3AE599B1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18744-11C4-B4FA-7016-3768A2F5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DD1D9-3431-2FC8-0890-C060F7AB5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42CD0-0B4A-C360-604D-C7EF130EC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F3EB1-3A28-4311-B267-1AD0ABEA1CD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0AD98-D47E-E18D-67DA-B5DE4B66B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AF84-9CFC-C957-500C-60AA2A401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8651-883A-4825-A2EC-2A8282828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0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B71178-D09B-F80A-2915-4C75E89562C0}"/>
              </a:ext>
            </a:extLst>
          </p:cNvPr>
          <p:cNvSpPr/>
          <p:nvPr/>
        </p:nvSpPr>
        <p:spPr>
          <a:xfrm>
            <a:off x="2292611" y="2765921"/>
            <a:ext cx="1749287" cy="112405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World news, Financial news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F974C-42E8-BDD1-5A0D-4C0E4A76A99B}"/>
              </a:ext>
            </a:extLst>
          </p:cNvPr>
          <p:cNvSpPr/>
          <p:nvPr/>
        </p:nvSpPr>
        <p:spPr>
          <a:xfrm>
            <a:off x="5470430" y="5051600"/>
            <a:ext cx="1749287" cy="112405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Stock market API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B810A3-23B0-030C-9D64-11ADA0C2D589}"/>
              </a:ext>
            </a:extLst>
          </p:cNvPr>
          <p:cNvSpPr/>
          <p:nvPr/>
        </p:nvSpPr>
        <p:spPr>
          <a:xfrm>
            <a:off x="5382965" y="2409573"/>
            <a:ext cx="1836752" cy="183675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CC40B6-B041-F64D-2A81-36F5C1113960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>
            <a:off x="4041898" y="3327949"/>
            <a:ext cx="13410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38A202-6D93-C0B7-C3AF-2EEC5021A0A8}"/>
              </a:ext>
            </a:extLst>
          </p:cNvPr>
          <p:cNvCxnSpPr>
            <a:cxnSpLocks/>
          </p:cNvCxnSpPr>
          <p:nvPr/>
        </p:nvCxnSpPr>
        <p:spPr>
          <a:xfrm flipV="1">
            <a:off x="6096000" y="4202592"/>
            <a:ext cx="0" cy="849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FAD260-4BB9-FF0F-F5BD-211D07A721D0}"/>
              </a:ext>
            </a:extLst>
          </p:cNvPr>
          <p:cNvSpPr txBox="1"/>
          <p:nvPr/>
        </p:nvSpPr>
        <p:spPr>
          <a:xfrm>
            <a:off x="8476090" y="2773950"/>
            <a:ext cx="7541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$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9D61D1-189A-C55A-CC36-E1FAC26186B2}"/>
              </a:ext>
            </a:extLst>
          </p:cNvPr>
          <p:cNvCxnSpPr>
            <a:cxnSpLocks/>
          </p:cNvCxnSpPr>
          <p:nvPr/>
        </p:nvCxnSpPr>
        <p:spPr>
          <a:xfrm>
            <a:off x="6532774" y="4202592"/>
            <a:ext cx="0" cy="849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1DE643-10F9-FCB2-B59B-ABE8F85F7036}"/>
              </a:ext>
            </a:extLst>
          </p:cNvPr>
          <p:cNvSpPr txBox="1"/>
          <p:nvPr/>
        </p:nvSpPr>
        <p:spPr>
          <a:xfrm>
            <a:off x="5261672" y="4447297"/>
            <a:ext cx="83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Ticker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F598AF-9500-593C-1C0B-12B62B09A1EB}"/>
              </a:ext>
            </a:extLst>
          </p:cNvPr>
          <p:cNvSpPr txBox="1"/>
          <p:nvPr/>
        </p:nvSpPr>
        <p:spPr>
          <a:xfrm>
            <a:off x="6532773" y="4447297"/>
            <a:ext cx="94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11626-D760-564C-B38C-AE92570B84EE}"/>
              </a:ext>
            </a:extLst>
          </p:cNvPr>
          <p:cNvSpPr txBox="1"/>
          <p:nvPr/>
        </p:nvSpPr>
        <p:spPr>
          <a:xfrm>
            <a:off x="4142629" y="2958616"/>
            <a:ext cx="103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D557EC-0515-1587-8618-8D014849C1FD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 flipV="1">
            <a:off x="7219717" y="3327948"/>
            <a:ext cx="1256373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01BE72-A2FC-0AE3-048C-F39FA7D5133F}"/>
              </a:ext>
            </a:extLst>
          </p:cNvPr>
          <p:cNvSpPr/>
          <p:nvPr/>
        </p:nvSpPr>
        <p:spPr>
          <a:xfrm>
            <a:off x="5426697" y="488519"/>
            <a:ext cx="1749287" cy="112405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LLM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19C098-8892-33AB-E3CC-278417F4479A}"/>
              </a:ext>
            </a:extLst>
          </p:cNvPr>
          <p:cNvCxnSpPr>
            <a:cxnSpLocks/>
            <a:stCxn id="6" idx="0"/>
            <a:endCxn id="21" idx="2"/>
          </p:cNvCxnSpPr>
          <p:nvPr/>
        </p:nvCxnSpPr>
        <p:spPr>
          <a:xfrm flipV="1">
            <a:off x="6301341" y="1612575"/>
            <a:ext cx="0" cy="796998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A06C87-635A-7461-CDD6-AE94F7AD96FB}"/>
              </a:ext>
            </a:extLst>
          </p:cNvPr>
          <p:cNvSpPr txBox="1"/>
          <p:nvPr/>
        </p:nvSpPr>
        <p:spPr>
          <a:xfrm>
            <a:off x="5261672" y="1847546"/>
            <a:ext cx="103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Chat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5CF805-6550-0338-98DF-83A29FB042E6}"/>
              </a:ext>
            </a:extLst>
          </p:cNvPr>
          <p:cNvSpPr txBox="1"/>
          <p:nvPr/>
        </p:nvSpPr>
        <p:spPr>
          <a:xfrm>
            <a:off x="7294850" y="2958616"/>
            <a:ext cx="103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Profit!</a:t>
            </a:r>
          </a:p>
        </p:txBody>
      </p:sp>
    </p:spTree>
    <p:extLst>
      <p:ext uri="{BB962C8B-B14F-4D97-AF65-F5344CB8AC3E}">
        <p14:creationId xmlns:p14="http://schemas.microsoft.com/office/powerpoint/2010/main" val="2996624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Berns</dc:creator>
  <cp:lastModifiedBy>Brian Berns</cp:lastModifiedBy>
  <cp:revision>1</cp:revision>
  <dcterms:created xsi:type="dcterms:W3CDTF">2026-08-11T15:32:22Z</dcterms:created>
  <dcterms:modified xsi:type="dcterms:W3CDTF">2026-08-14T01:01:07Z</dcterms:modified>
</cp:coreProperties>
</file>